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22314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566160"/>
            <a:ext cx="4206240" cy="42062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· bhCRR · TUNING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the Tuning Grid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eyeballed heatmaps to self-sizing, self-validating grids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the Spike-and-Slab LASSO </a:t>
            </a:r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zero-gap</a:t>
            </a:r>
            <a:pPr indent="0" marL="0">
              <a:buNone/>
            </a:pPr>
            <a:r>
              <a:rPr lang="en-US" sz="16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heuristics so an unmanned competing-risks simulation can trust its own tuning.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00600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8006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zero gap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4800600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34506F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48006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c+ cap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4800600"/>
            <a:ext cx="1828800" cy="310896"/>
          </a:xfrm>
          <a:prstGeom prst="roundRect">
            <a:avLst>
              <a:gd name="adj" fmla="val 14706"/>
            </a:avLst>
          </a:prstGeom>
          <a:solidFill>
            <a:srgbClr val="34506F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48006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slab range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4800600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34506F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48006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from 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Rockova &amp; George (2018), “The Spike-and-Slab LASSO,” JASA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CHANGE THE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 worked by hand — but not unattended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spike-and-slab fit has two scale knobs, and the old routine leaned on a human reading a heatmap after every fit.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9572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  </a:t>
            </a:r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scale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thresholds small / noise effects to zero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9077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08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 </a:t>
            </a:r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scale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leaves genuinely large effects alone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89320" y="2194560"/>
            <a:ext cx="56692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2331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manual loop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63640" y="2788920"/>
            <a:ext cx="384048" cy="384048"/>
          </a:xfrm>
          <a:prstGeom prst="ellipse">
            <a:avLst/>
          </a:prstGeom>
          <a:solidFill>
            <a:srgbClr val="9AA5B1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2280" y="2761488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a wide (s0, s1) grid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3355848"/>
            <a:ext cx="384048" cy="384048"/>
          </a:xfrm>
          <a:prstGeom prst="ellipse">
            <a:avLst/>
          </a:prstGeom>
          <a:solidFill>
            <a:srgbClr val="9AA5B1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3355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12280" y="3328416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tune_ssl_psdh(), plot the heatmap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3922776"/>
            <a:ext cx="384048" cy="384048"/>
          </a:xfrm>
          <a:prstGeom prst="ellipse">
            <a:avLst/>
          </a:prstGeom>
          <a:solidFill>
            <a:srgbClr val="9AA5B1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12280" y="3895344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Eyeball it, zoom in, re-run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4489704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4489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4462272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confirm a single max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63640" y="5056632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5056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12280" y="502920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Hand-check the zero gap looks sensible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84048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16233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catch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77240" y="44348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needs a person at the screen. A batch of hundreds of simulated datasets can’t stop to ask “does this heatmap look right?”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5349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encode the heuristics so the grid sizes and checks itself.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Rockova &amp; George (2018), JASA 113(521):431–444  ·  bhCRR Project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IN ONE SLIDE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Laplace densities, one mixing weight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SSL prior mixes a concentrated spike for negligible effects with a diffuse slab for real ones (Rockova &amp; George, §2, Fig. 1).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95728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957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ψ₀  spike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Laplace, scale s0 small (rate λ₀ = 1/s0 large). Pulls small coefficients to exactly zero.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21945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395728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D0831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3957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ψ₁  slab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92608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Heavy-tailed Laplace, scale s1 (rate λ₁ = 1/s1 small). Holds large coefficients steady, near-unbiased.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38160" y="21945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66760" y="2395728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16233F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23957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 weight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292608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fraction of large effects. Governs the multiplicity adjustment — how easily a coordinate escapes the spike.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16233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conversion that ties the code to the paper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77240" y="5230368"/>
            <a:ext cx="10607040" cy="566928"/>
          </a:xfrm>
          <a:prstGeom prst="roundRect">
            <a:avLst>
              <a:gd name="adj" fmla="val 9677"/>
            </a:avLst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230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λ₀ = 1 / s0        λ₁ = 1 / s1        spike-and-slab  ⇒  λ₀ &gt; λ₁  ⇔  s0 &lt; s1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Rockova &amp; George (2018), JASA 113(521):431–444  ·  bhCRR Project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GOOD GRID MUST SATISFY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grid has to answer three questions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automation is just these three questions, each backed by a formula from the paper — no heatmap-reading required.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554480" y="2240280"/>
            <a:ext cx="10104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83080" y="23500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feasible?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83080" y="27889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each (s0, s1) even produce a zero gap?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040880" y="2532888"/>
            <a:ext cx="443484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25328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c₊  cap   ⇒   s0 ≤ 1 / (2√n + 1/s1)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640080" cy="640080"/>
          </a:xfrm>
          <a:prstGeom prst="ellipse">
            <a:avLst/>
          </a:prstGeom>
          <a:solidFill>
            <a:srgbClr val="D08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554480" y="3566160"/>
            <a:ext cx="1010412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83080" y="367588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8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cover the signal?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83080" y="41148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grid bracket the effect size we care about?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040880" y="3858768"/>
            <a:ext cx="4434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385876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gap  δ_c₊  placed at clinical β_min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640080" cy="64008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983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554480" y="4892040"/>
            <a:ext cx="10104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783080" y="50017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winner trustworthy?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83080" y="54406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max, sitting inside the grid?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040880" y="5184648"/>
            <a:ext cx="443484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0" y="518464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single, interior max  +  sane δ_c₊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Rockova &amp; George (2018), JASA 113(521):431–444  ·  bhCRR Project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08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· THE DESIGN LEVER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zero gap: where we place the threshold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2 says the fitted mode is exactly zero or clears a threshold δ — there is nothing in between. We treat δ as a dial.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16233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042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Theorem 2 — the “zero gap”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β̂ⱼ = 0</a:t>
            </a:r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or   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|β̂ⱼ| &gt; δ_c₊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fitted coefficient can land in the gap (0, δ_c₊). Larger λ₀, smaller λ₁, or smaller θ widen it.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3042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in scale terms  →  zero_gap()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92240" y="274320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D6EBE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743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δ_c₊ = 1/(λ₀−λ₁) · log[ (1−θ)/θ · (λ₀/λ₁) · c₊/(1−c₊) 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3611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n, s1, θ and a target β_min, invert this for s0.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3977640"/>
            <a:ext cx="493776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39776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solve_for_s0(β_min, n, s1, θ)  →  s0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D6EB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reframing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13892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δ_c₊ is a property of the fitted mode, not an assumption about the truth. </a:t>
            </a:r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anchor it at a clinically meaningful minimum effect β_min (default 0.1) — that single choice pins down where the whole grid should sit.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Rockova &amp; George (2018), JASA 113(521):431–444  ·  bhCRR Project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· FEASIBILITY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c₊ cap: not every s0 is allowed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zero-gap result runs through c₊. It is only real when the spike and slab rates are far enough apart — which caps s0 from above.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3172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31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c₊ = ½( 1 + √( 1 − 4n/(λ₀−λ₁)² ) 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0358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Real-valued only when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364992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D6EBE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3649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(λ₀−λ₁)² ≥ 4n   ⇔   λ₀−λ₁ ≥ 2√n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9502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scale space that becomes the hard ceiling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279392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2793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 ≤ 1 / (2√n + 1/s1)   →   s0_upper_range()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214884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2331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for a batch run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37960" y="2871216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27889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cap:  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c₊ is NaN → no zero gap. The pair is silently useless.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33649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checker:  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any grid point with s0 ≥ cap before tuning ever runs.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37960" y="4023360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394106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recommender:  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clamps its s0 sequence to stay strictly below the tightest cap.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864608"/>
            <a:ext cx="11109960" cy="1097280"/>
          </a:xfrm>
          <a:prstGeom prst="roundRect">
            <a:avLst>
              <a:gd name="adj" fmla="val 6667"/>
            </a:avLst>
          </a:prstGeom>
          <a:solidFill>
            <a:srgbClr val="16233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50292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08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Which condition?  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Theorems 2 &amp; 4 also print λ₀−λ₁ &gt; √n⁄2, which contradicts the c₊ definition. We use the internally consistent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λ₀−λ₁ ≥ 2√n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Rockova &amp; George (2018), JASA 113(521):431–444  ·  bhCRR Project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· FEASIBILITY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slab range: where s1 is even sensible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6’s calibration bounds the slab rate λ₁. Inverting it gives a feasible band for s1; we clamp the scientifically reasonable range into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(rate space)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65176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51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√n / p  &lt;  λ₁  ≤  4√(n log p)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3101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(scale space)  →  s1_range()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630168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301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∈ [ 1/(4√(n log p)) ,  p/√n ]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224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inequality, read through λ₁ = 1/s1.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219456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clamp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7432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reasonable_s1</a:t>
            </a:r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(default 0.2–1) is the range you actually want to explore.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92240" y="3383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inside the band?  </a:t>
            </a:r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as-is.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376732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08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fit?  </a:t>
            </a:r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s1 to the feasible maximum instead of proposing impossible values.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16233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5230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s1 axis of the grid is chosen from theory and the problem’s (n, p), not by trial and error — and it can never wander outside what the calibration allows.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Rockova &amp; George (2018), JASA 113(521):431–444  ·  bhCRR Project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PLUG-IN THAT TIES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comes from the data, not a guess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threshold formula needs θ. Instead of fixing it, we read the sparsity off the untuned fit — matching the paper’s adaptive q̂/p calibration.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957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untuned model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83464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D6EBE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34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θ̂ = (# nonzero β̂) / 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theta &lt;- sum(mod$coefficients$Estimate != 0) / nrow(...)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41605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strictly in (0, 1)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log-ratios in the threshold never blow up.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24028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3957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the right quantity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92240" y="2834640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834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paper:  λ₀ ≍ 1/θ ≍ p/q ,   θ ~ π(θ)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37960" y="3566160"/>
            <a:ext cx="137160" cy="1371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34747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tracks how many effects are real, not how big they are.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37960" y="4133088"/>
            <a:ext cx="137160" cy="1371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404164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adaptive NSSL prior already learns θ ≈ q̂/p from the fit.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37960" y="4700016"/>
            <a:ext cx="137160" cy="1371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460857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plug-in is a fast, data-driven stand-in for that calibration.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Rockova &amp; George (2018), JASA 113(521):431–444  ·  bhCRR Project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IT’S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heuristics, packaged as three checks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manual habit becomes a function in R/tuning_diagnostics.r that returns pass/fail flags with plain-language messages.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240280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860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bhcrr_check_grid()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26151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any grid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9808" y="31089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090672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pairs  (s0 &lt; cap)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39319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3913632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β_min in zero-gap space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4754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4736592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above the meaningful floor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43400" y="22402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2240280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D08316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22860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bhcrr_tune_preflight()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343400" y="26151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 grid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44568" y="31089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8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3090672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θ, s1 band + clamp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44568" y="39319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8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92040" y="3913632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s0 at target &amp; floor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44568" y="4754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8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92040" y="4736592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s0/s1 seq below the cap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38160" y="22402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38160" y="2240280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16233F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22860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bhcrr_tune_validate()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138160" y="26151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the result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339328" y="31089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686800" y="3090672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maximum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39328" y="39319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686800" y="3913632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is interior, not on an edge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39328" y="4754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686800" y="4736592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δ_c₊ at the optimum in [0.5, 2]×β_min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Rockova &amp; George (2018), JASA 113(521):431–444  ·  bhCRR Project 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UNMANNED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bhcrr_autotune(): preflight → tune → validate → widen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runs the whole cycle. If the best pair lands on a grid edge, it widens that dimension and re-tunes once — then reports.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22314F"/>
          </a:solidFill>
          <a:ln w="15875">
            <a:solidFill>
              <a:srgbClr val="3A4E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51460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44168" y="253288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Pre-flight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99008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θ, bounds,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grid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72384" y="26517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584448" y="23317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22314F"/>
          </a:solidFill>
          <a:ln w="15875">
            <a:solidFill>
              <a:srgbClr val="3A4E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67328" y="251460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3767328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42816" y="253288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13048" y="299008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tune_ssl_psdh()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grid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71032" y="26517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483096" y="23317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22314F"/>
          </a:solidFill>
          <a:ln w="15875">
            <a:solidFill>
              <a:srgbClr val="3A4E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65976" y="251460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6665976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41464" y="253288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11696" y="299008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interior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 +  gap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869680" y="26517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9381744" y="23317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E7C86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64624" y="251460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564624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40112" y="253288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10344" y="299008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max?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 + retry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800" y="3840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08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re-tune once (max_widen)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5800" y="443484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22314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440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halts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49834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surface as warnings and in $flags — a bad grid can’t crash a 500-dataset run, it just gets logged for review.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172200" y="443484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22314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 everything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0800" y="49834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$best (s0, s1), the final $tuning table, the $validation checks, the widening $history, and $all_pass.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Rockova &amp; George (2018), JASA 113(521):431–444  ·  bhCRR Project 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SINGLE_RUN.R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Fifty lines of hand-tuning → one call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file now runs top-to-bottom and lands a tuned final_mod with no human in the loop.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3703320"/>
          </a:xfrm>
          <a:prstGeom prst="roundRect">
            <a:avLst>
              <a:gd name="adj" fmla="val 197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77440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6B728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774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·  manual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theta_guess &lt;- sum(...)/nrow(...)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s1_bounds &lt;- s1_range(nobs, npred)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(...) s1_guess1 &lt;- ...  else ...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solve_for_s0(0.1, ...)   # eyeball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solve_for_s0(0.01, ...)  # eyeball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tuning1 &lt;- tune_ssl_psdh(seq(...), ...)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plot_score_heatmap(tuning1)  # look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tuning2 &lt;- tune_ssl_psdh(seq(...), ...)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plot_score_heatmap(tuning2)  # zoom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filter(score_mean == max(...)) # 1 max?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zero_gap(200, 0.023, 0.45, .2) # ok?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2194560"/>
            <a:ext cx="5486400" cy="3703320"/>
          </a:xfrm>
          <a:prstGeom prst="roundRect">
            <a:avLst>
              <a:gd name="adj" fmla="val 1975"/>
            </a:avLst>
          </a:prstGeom>
          <a:solidFill>
            <a:srgbClr val="16233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377440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3774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·  one call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2880360"/>
            <a:ext cx="50292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autotune &lt;- bhcrr_autotune(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mod, beta_min = 0.1,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beta_floor = 0.01,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nfolds = 10, ncv = 2,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max_widen = 1)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best_s0 &lt;- autotune$best$s0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best_s1 &lt;- autotune$best$s1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final_mod &lt;- fit_ssl_psdh(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x, y, ss = c(best_s0, best_s1), ...)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Rockova &amp; George (2018), JASA 113(521):431–444  ·  bhCRR Project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function points back to the paper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109960" cy="502920"/>
          </a:xfrm>
          <a:prstGeom prst="roundRect">
            <a:avLst>
              <a:gd name="adj" fmla="val 10909"/>
            </a:avLst>
          </a:prstGeom>
          <a:solidFill>
            <a:srgbClr val="16233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651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idea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74720" y="1828800"/>
            <a:ext cx="4800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Equation / section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366760" y="1828800"/>
            <a:ext cx="25603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109960" cy="466344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377440"/>
            <a:ext cx="2651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↔ rate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74720" y="2377440"/>
            <a:ext cx="4800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 = 1/s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366760" y="2377440"/>
            <a:ext cx="25603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λ₀=1/s0, λ₁=1/s1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11109960" cy="466344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926080"/>
            <a:ext cx="2651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calibration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74720" y="2926080"/>
            <a:ext cx="4800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√n/p &lt; λ₁ ≤ 4√(n log p)  (§6)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66760" y="2926080"/>
            <a:ext cx="25603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s1_range()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11109960" cy="466344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474720"/>
            <a:ext cx="2651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c₊ feasibility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74720" y="3474720"/>
            <a:ext cx="4800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(λ₀−λ₁)² ≥ 4n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66760" y="3474720"/>
            <a:ext cx="25603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s0_upper_range()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11109960" cy="466344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4023360"/>
            <a:ext cx="2651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gap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474720" y="4023360"/>
            <a:ext cx="4800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δ_c₊  (Thm 2, 2.15)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66760" y="4023360"/>
            <a:ext cx="25603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zero_gap()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11109960" cy="466344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4572000"/>
            <a:ext cx="2651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 for s0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474720" y="4572000"/>
            <a:ext cx="4800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 δ_c₊ = β_min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366760" y="4572000"/>
            <a:ext cx="25603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solve_for_s0()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11109960" cy="466344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5120640"/>
            <a:ext cx="2651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sparsity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474720" y="5120640"/>
            <a:ext cx="4800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 ≍ q/p,  θ ~ π(θ)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366760" y="5120640"/>
            <a:ext cx="25603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theta = q̂/p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669280"/>
            <a:ext cx="11109960" cy="466344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31520" y="5669280"/>
            <a:ext cx="2651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threshold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474720" y="5669280"/>
            <a:ext cx="4800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ΔU = √(2n·log[1+ (λ₀/λ₁)(1−θ)/θ]) + λ₁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366760" y="5669280"/>
            <a:ext cx="25603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informs coverage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Rockova &amp; George (2018), JASA 113(521):431–444  ·  bhCRR Project 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 &amp;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 — and isn’t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2314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beta-min condition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496312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imposes none. δ_c₊ constrains the fitted mode, not the true |β₀ⱼ|. We use it as a placement dial, not a guarantee of detection.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2314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103120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scale is a guide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46520" y="2496312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|β₀ⱼ| ≳ λ₁/n + √(2/n · log[1+(λ₀/λ₁)(1−θ)/θ]) is heuristic; correlation and noise need extra margin.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2314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703320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√n⁄2 is unreliable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4096512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printed √n⁄2 condition contradicts c₊; the code sticks to the consistent 2√n cap.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4747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2314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703320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Truth-side assumption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46520" y="4096512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requirement is recoverability c(η; β₀) &gt; 0 — not an inequality on β_min.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0E7C8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5B1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53492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pPr indent="0" marL="0">
              <a:buNone/>
            </a:pPr>
            <a:r>
              <a:rPr lang="en-US" sz="1400" dirty="0">
                <a:solidFill>
                  <a:srgbClr val="04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devtools::document() to register the new exports, then devtools::check(vignettes=FALSE) before pushing — the autotuner is ready for unmanned sims.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Rockova &amp; George (2018), JASA 113(521):431–444  ·  bhCRR Project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2026-07-23T19:16:03Z</dcterms:created>
  <dcterms:modified xsi:type="dcterms:W3CDTF">2026-07-23T19:16:03Z</dcterms:modified>
</cp:coreProperties>
</file>